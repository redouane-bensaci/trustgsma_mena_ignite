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 line: everyone here can call a CAMARA API. What we built is the layer that decides which network truths are worth buying for this transaction, and reasons over their combination.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this is the annex behind the pitch. Everything here maps to Complexity and Implementation, plus Innovation.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manual-entry tier is a strategic choice, not a fallback. It is the inclusion argument under Impact.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difference between a platform and a wrapper, and it is why one endpoint can serve three tiers without three products.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Onboarding is where language understanding earns its place. Per-transaction is where function calling earns its place. Saying which is which is what separates this from a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boundary is the security model of the whole product. Section 10 of the annex depends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description for check_sim_swap: a recent swap is a strong indicator of takeover but not proof — legitimate device replacement produces it too. Treat as escalation trigger, never as automatic rejection.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Cost units are decremented by the runtime, not the model. Exhaustion forces a verdict with reduced confidence, never an unbounded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the units-spent counter on screen. Restraint is only visible if it is measured.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 the last line slowly. It is the innovation argument in one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Tier 3 receives the JSON and drives its own workflow. Tier 1 gets one sentence and one colour.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 this question from the panel. Answer it before they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operator is the one party to the transaction that neither of the other two controls. That is what Open Gateway makes newly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Weights are normalised across the signals actually gathered, so a two-check and a five-check decision share one scale, with confidence carrying the difference.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bank cannot deploy a system whose severity varies between two identical transactions. Claiming the model does everything would be less impressive, not more.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Instrument the decision log so units spent and latency show on screen during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network-as-witness line, then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panel, then invite questions on the agent's decision mechanism specifically — that is the strongest ground.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41732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50" kern="0" dirty="0">
                <a:solidFill>
                  <a:srgbClr val="8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GSMA MENA IGNITE HACKATHON   ·   OPEN GATEWAY   ·   NOKIA NETWORK AS CODE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914400" y="1874520"/>
            <a:ext cx="10332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14400" y="31546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C3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decision engine, explained end to end:</a:t>
            </a:r>
            <a:endParaRPr lang="en-US" sz="19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C3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inputs, internal reasoning, API pipeline, verdict.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914400" y="4315968"/>
            <a:ext cx="1463040" cy="45720"/>
          </a:xfrm>
          <a:prstGeom prst="rect">
            <a:avLst/>
          </a:prstGeom>
          <a:solidFill>
            <a:srgbClr val="0D7A6F"/>
          </a:solidFill>
          <a:ln w="12700">
            <a:solidFill>
              <a:srgbClr val="0D7A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57200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A9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API. An AI agent that chooses which network signals to pull for each transaction.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A9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mobile network as the source of truth that neither side of a transaction can fabricate.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252728" y="329184"/>
            <a:ext cx="10341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deck answers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932688"/>
            <a:ext cx="11000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Reverse-engineered from the rubric: depth on the agent, not a description of it.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345948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FE4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1947672"/>
            <a:ext cx="310896" cy="310896"/>
          </a:xfrm>
          <a:prstGeom prst="ellipse">
            <a:avLst/>
          </a:prstGeom>
          <a:solidFill>
            <a:srgbClr val="0D7A6F"/>
          </a:solidFill>
          <a:ln w="12700">
            <a:solidFill>
              <a:srgbClr val="0D7A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947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52728" y="1929384"/>
            <a:ext cx="2545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product, exactly?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50392" y="2560320"/>
            <a:ext cx="29474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verification endpoint. Businesses integrate TRUST; TRUST integrates the network.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64736" y="1691640"/>
            <a:ext cx="345948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FE4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20768" y="1947672"/>
            <a:ext cx="310896" cy="310896"/>
          </a:xfrm>
          <a:prstGeom prst="ellipse">
            <a:avLst/>
          </a:prstGeom>
          <a:solidFill>
            <a:srgbClr val="0D7A6F"/>
          </a:solidFill>
          <a:ln w="12700">
            <a:solidFill>
              <a:srgbClr val="0D7A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0768" y="1947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3104" y="1929384"/>
            <a:ext cx="2545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agent receive?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20768" y="2560320"/>
            <a:ext cx="29474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bound business context, a transaction event, and history we retrieve ourselves.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5112" y="1691640"/>
            <a:ext cx="345948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FE4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91144" y="1947672"/>
            <a:ext cx="310896" cy="310896"/>
          </a:xfrm>
          <a:prstGeom prst="ellipse">
            <a:avLst/>
          </a:prstGeom>
          <a:solidFill>
            <a:srgbClr val="0D7A6F"/>
          </a:solidFill>
          <a:ln w="12700">
            <a:solidFill>
              <a:srgbClr val="0D7A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91144" y="1947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793480" y="1929384"/>
            <a:ext cx="2545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it pick which APIs to call?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391144" y="2560320"/>
            <a:ext cx="29474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 over a tool registry, under a cost budget, with a deterministic floor.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4360" y="4160520"/>
            <a:ext cx="345948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FE4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0392" y="4416552"/>
            <a:ext cx="310896" cy="310896"/>
          </a:xfrm>
          <a:prstGeom prst="ellipse">
            <a:avLst/>
          </a:prstGeom>
          <a:solidFill>
            <a:srgbClr val="0D7A6F"/>
          </a:solidFill>
          <a:ln w="12700">
            <a:solidFill>
              <a:srgbClr val="0D7A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" y="4416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52728" y="4398264"/>
            <a:ext cx="2545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it reasoning on a real case.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50392" y="5029200"/>
            <a:ext cx="29474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full traces: routine payment, escalated order, business faking a check.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64736" y="4160520"/>
            <a:ext cx="345948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FE4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20768" y="4416552"/>
            <a:ext cx="310896" cy="310896"/>
          </a:xfrm>
          <a:prstGeom prst="ellipse">
            <a:avLst/>
          </a:prstGeom>
          <a:solidFill>
            <a:srgbClr val="0D7A6F"/>
          </a:solidFill>
          <a:ln w="12700">
            <a:solidFill>
              <a:srgbClr val="0D7A6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0768" y="4416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3104" y="4398264"/>
            <a:ext cx="2545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the verdict justified?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620768" y="5029200"/>
            <a:ext cx="29474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score, signal-level attribution, three bands, machine and human output.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135112" y="4160520"/>
            <a:ext cx="345948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FE4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91144" y="4416552"/>
            <a:ext cx="310896" cy="310896"/>
          </a:xfrm>
          <a:prstGeom prst="ellipse">
            <a:avLst/>
          </a:prstGeom>
          <a:solidFill>
            <a:srgbClr val="0D7A6F"/>
          </a:solidFill>
          <a:ln w="12700">
            <a:solidFill>
              <a:srgbClr val="0D7A6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91144" y="4416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793480" y="4398264"/>
            <a:ext cx="2545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can neither side cheat it?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391144" y="5029200"/>
            <a:ext cx="29474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decisive signal comes from the operator, not from a field either party filled in.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252728" y="329184"/>
            <a:ext cx="10341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API, three front doors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932688"/>
            <a:ext cx="11000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engine serves a bank's risk team and a five-order-a-day seller.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49808" y="1691640"/>
            <a:ext cx="18745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0F27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10512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130552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· platform · SME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24328" y="1892808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953512" y="1691640"/>
            <a:ext cx="1874520" cy="868680"/>
          </a:xfrm>
          <a:prstGeom prst="roundRect">
            <a:avLst>
              <a:gd name="adj" fmla="val 6316"/>
            </a:avLst>
          </a:prstGeom>
          <a:solidFill>
            <a:srgbClr val="0F2740"/>
          </a:solidFill>
          <a:ln w="12700">
            <a:solidFill>
              <a:srgbClr val="0F27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26664" y="1810512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/v1/verify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26664" y="2130552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3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call, one contract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28032" y="1892808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157216" y="1691640"/>
            <a:ext cx="18745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0F27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30368" y="1810512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 agent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230368" y="2130552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+ policy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031736" y="1892808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360920" y="1691640"/>
            <a:ext cx="18745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0F27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34072" y="1810512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CAMARA via Nokia NaC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434072" y="2130552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subset only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235440" y="1892808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564624" y="1691640"/>
            <a:ext cx="1874520" cy="868680"/>
          </a:xfrm>
          <a:prstGeom prst="roundRect">
            <a:avLst>
              <a:gd name="adj" fmla="val 6316"/>
            </a:avLst>
          </a:prstGeom>
          <a:solidFill>
            <a:srgbClr val="0F2740"/>
          </a:solidFill>
          <a:ln w="12700">
            <a:solidFill>
              <a:srgbClr val="0F27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37776" y="1810512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637776" y="2130552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3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reasons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" y="3246120"/>
            <a:ext cx="3422904" cy="1874520"/>
          </a:xfrm>
          <a:prstGeom prst="roundRect">
            <a:avLst>
              <a:gd name="adj" fmla="val 2927"/>
            </a:avLst>
          </a:prstGeom>
          <a:solidFill>
            <a:srgbClr val="F5F7F9"/>
          </a:solidFill>
          <a:ln w="12700">
            <a:solidFill>
              <a:srgbClr val="DFE4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3520440"/>
            <a:ext cx="109728" cy="109728"/>
          </a:xfrm>
          <a:prstGeom prst="ellipse">
            <a:avLst/>
          </a:prstGeom>
          <a:solidFill>
            <a:srgbClr val="0D7A6F"/>
          </a:solidFill>
          <a:ln w="12700">
            <a:solidFill>
              <a:srgbClr val="0D7A6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9848" y="3419856"/>
            <a:ext cx="2691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· engineering teams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68680" y="3931920"/>
            <a:ext cx="28742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Banks, fintechs, marketplaces. REST plus SDK, live and test keys, webhooks. A few lines of code.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383024" y="3246120"/>
            <a:ext cx="3422904" cy="1874520"/>
          </a:xfrm>
          <a:prstGeom prst="roundRect">
            <a:avLst>
              <a:gd name="adj" fmla="val 2927"/>
            </a:avLst>
          </a:prstGeom>
          <a:solidFill>
            <a:srgbClr val="F5F7F9"/>
          </a:solidFill>
          <a:ln w="12700">
            <a:solidFill>
              <a:srgbClr val="DFE4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57344" y="3520440"/>
            <a:ext cx="109728" cy="109728"/>
          </a:xfrm>
          <a:prstGeom prst="ellipse">
            <a:avLst/>
          </a:prstGeom>
          <a:solidFill>
            <a:srgbClr val="0D7A6F"/>
          </a:solidFill>
          <a:ln w="12700">
            <a:solidFill>
              <a:srgbClr val="0D7A6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58512" y="3419856"/>
            <a:ext cx="2691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· platforms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657344" y="3931920"/>
            <a:ext cx="28742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plugin on the order or onboarding webhook. Install and go, no custom work, same endpoint underneath.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171688" y="3246120"/>
            <a:ext cx="3422904" cy="1874520"/>
          </a:xfrm>
          <a:prstGeom prst="roundRect">
            <a:avLst>
              <a:gd name="adj" fmla="val 2927"/>
            </a:avLst>
          </a:prstGeom>
          <a:solidFill>
            <a:srgbClr val="F5F7F9"/>
          </a:solidFill>
          <a:ln w="12700">
            <a:solidFill>
              <a:srgbClr val="DFE4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46008" y="3520440"/>
            <a:ext cx="109728" cy="109728"/>
          </a:xfrm>
          <a:prstGeom prst="ellipse">
            <a:avLst/>
          </a:prstGeom>
          <a:solidFill>
            <a:srgbClr val="0D7A6F"/>
          </a:solidFill>
          <a:ln w="12700">
            <a:solidFill>
              <a:srgbClr val="0D7A6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47176" y="3419856"/>
            <a:ext cx="2691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· no-code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446008" y="3931920"/>
            <a:ext cx="28742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playground or bot where context is entered by hand. Identical verdict quality, zero technical barrier.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94360" y="5486400"/>
            <a:ext cx="11000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business too small to onboard: a seller doing five orders a day gets the same network-grounded verdict as a bank doing five thousand.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252728" y="329184"/>
            <a:ext cx="10341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one adaptive API beats a fixed checklist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271516" cy="3200400"/>
          </a:xfrm>
          <a:prstGeom prst="roundRect">
            <a:avLst>
              <a:gd name="adj" fmla="val 1714"/>
            </a:avLst>
          </a:prstGeom>
          <a:solidFill>
            <a:srgbClr val="F5F7F9"/>
          </a:solidFill>
          <a:ln w="12700">
            <a:solidFill>
              <a:srgbClr val="DF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23076" y="1600200"/>
            <a:ext cx="5271516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0D7A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28800"/>
            <a:ext cx="4631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conventional integration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643116" y="1828800"/>
            <a:ext cx="4631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46314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buSzPct val="100000"/>
              <a:buChar char="–"/>
            </a:pPr>
            <a:r>
              <a:rPr lang="en-US" sz="12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hardcoded sequence: verify, then document check, then address check.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898648"/>
            <a:ext cx="46314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buSzPct val="100000"/>
              <a:buChar char="–"/>
            </a:pPr>
            <a:r>
              <a:rPr lang="en-US" sz="12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pipeline for a 2,000 DZD order and a 200,000 DZD loan.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465576"/>
            <a:ext cx="46314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buSzPct val="100000"/>
              <a:buChar char="–"/>
            </a:pPr>
            <a:r>
              <a:rPr lang="en-US" sz="12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the same on every transaction regardless of exposure.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032504"/>
            <a:ext cx="46314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buSzPct val="100000"/>
              <a:buChar char="–"/>
            </a:pPr>
            <a:r>
              <a:rPr lang="en-US" sz="12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business re-solves the same design problem independently.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43116" y="2331720"/>
            <a:ext cx="46314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buSzPct val="100000"/>
              <a:buChar char="–"/>
            </a:pPr>
            <a:r>
              <a:rPr lang="en-US" sz="12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integrator sends context and receives a verdict.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43116" y="2898648"/>
            <a:ext cx="46314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buSzPct val="100000"/>
              <a:buChar char="–"/>
            </a:pPr>
            <a:r>
              <a:rPr lang="en-US" sz="12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Selection, ordering and weighting adapt to each transaction.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43116" y="3465576"/>
            <a:ext cx="46314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buSzPct val="100000"/>
              <a:buChar char="–"/>
            </a:pPr>
            <a:r>
              <a:rPr lang="en-US" sz="12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is proportional to exposure; most traffic clears on two cheap checks.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43116" y="4032504"/>
            <a:ext cx="46314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buSzPct val="100000"/>
              <a:buChar char="–"/>
            </a:pPr>
            <a:r>
              <a:rPr lang="en-US" sz="12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intelligence improves centrally, for every client at once.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5029200"/>
            <a:ext cx="11000232" cy="914400"/>
          </a:xfrm>
          <a:prstGeom prst="roundRect">
            <a:avLst>
              <a:gd name="adj" fmla="val 6000"/>
            </a:avLst>
          </a:prstGeom>
          <a:solidFill>
            <a:srgbClr val="0F2740"/>
          </a:solidFill>
          <a:ln w="12700">
            <a:solidFill>
              <a:srgbClr val="0F27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5029200"/>
            <a:ext cx="10268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turn network-level truth into a single intelligent self-adapting API, instead of a checklist of rigid one-size-fits-all calls.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148840"/>
            <a:ext cx="1371600" cy="41148"/>
          </a:xfrm>
          <a:prstGeom prst="rect">
            <a:avLst/>
          </a:prstGeom>
          <a:solidFill>
            <a:srgbClr val="0D7A6F"/>
          </a:solidFill>
          <a:ln w="12700">
            <a:solidFill>
              <a:srgbClr val="0D7A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37744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C3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10360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547872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3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components, two phases, and a bounded loop that must either call a registered tool or emit a verdict.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252728" y="329184"/>
            <a:ext cx="10341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the agent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932688"/>
            <a:ext cx="11000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chatbot beside the product — the control plane of it.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1572768"/>
            <a:ext cx="11000232" cy="841248"/>
          </a:xfrm>
          <a:prstGeom prst="roundRect">
            <a:avLst>
              <a:gd name="adj" fmla="val 6522"/>
            </a:avLst>
          </a:prstGeom>
          <a:solidFill>
            <a:srgbClr val="F5F7F9"/>
          </a:solidFill>
          <a:ln w="12700">
            <a:solidFill>
              <a:srgbClr val="DFE4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764792"/>
            <a:ext cx="457200" cy="457200"/>
          </a:xfrm>
          <a:prstGeom prst="ellipse">
            <a:avLst/>
          </a:prstGeom>
          <a:solidFill>
            <a:srgbClr val="0F2740"/>
          </a:solidFill>
          <a:ln w="12700">
            <a:solidFill>
              <a:srgbClr val="0F27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27048" y="1572768"/>
            <a:ext cx="2651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binding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97680" y="1572768"/>
            <a:ext cx="69768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Sector, transaction types, value bands, geography, risk appetite. Created once at onboarding, persists as that tenant's context.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2532888"/>
            <a:ext cx="1100023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FE4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724912"/>
            <a:ext cx="457200" cy="457200"/>
          </a:xfrm>
          <a:prstGeom prst="ellipse">
            <a:avLst/>
          </a:prstGeom>
          <a:solidFill>
            <a:srgbClr val="0F2740"/>
          </a:solidFill>
          <a:ln w="12700">
            <a:solidFill>
              <a:srgbClr val="0F27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27048" y="2532888"/>
            <a:ext cx="2651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registry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97680" y="2532888"/>
            <a:ext cx="69768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CAMARA API declared as a callable function with a schema, a cost weight and a description of what it proves. The action space is closed.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3493008"/>
            <a:ext cx="11000232" cy="841248"/>
          </a:xfrm>
          <a:prstGeom prst="roundRect">
            <a:avLst>
              <a:gd name="adj" fmla="val 6522"/>
            </a:avLst>
          </a:prstGeom>
          <a:solidFill>
            <a:srgbClr val="F5F7F9"/>
          </a:solidFill>
          <a:ln w="12700">
            <a:solidFill>
              <a:srgbClr val="DFE4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685032"/>
            <a:ext cx="457200" cy="457200"/>
          </a:xfrm>
          <a:prstGeom prst="ellipse">
            <a:avLst/>
          </a:prstGeom>
          <a:solidFill>
            <a:srgbClr val="0F2740"/>
          </a:solidFill>
          <a:ln w="12700">
            <a:solidFill>
              <a:srgbClr val="0F27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27048" y="3493008"/>
            <a:ext cx="2651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budget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97680" y="3493008"/>
            <a:ext cx="69768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per-transaction allowance of cost units derived from exposure. Proportionality is enforced structurally, not requested politely.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" y="4453128"/>
            <a:ext cx="1100023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FE4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4645152"/>
            <a:ext cx="457200" cy="457200"/>
          </a:xfrm>
          <a:prstGeom prst="ellipse">
            <a:avLst/>
          </a:prstGeom>
          <a:solidFill>
            <a:srgbClr val="0D7A6F"/>
          </a:solidFill>
          <a:ln w="12700">
            <a:solidFill>
              <a:srgbClr val="0D7A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645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27048" y="4453128"/>
            <a:ext cx="2651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loop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297680" y="4453128"/>
            <a:ext cx="69768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Observe, decide, call, re-evaluate. An unremarkable result ends it early; a suspicious one buys a deeper check.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4360" y="5413248"/>
            <a:ext cx="11000232" cy="841248"/>
          </a:xfrm>
          <a:prstGeom prst="roundRect">
            <a:avLst>
              <a:gd name="adj" fmla="val 6522"/>
            </a:avLst>
          </a:prstGeom>
          <a:solidFill>
            <a:srgbClr val="F5F7F9"/>
          </a:solidFill>
          <a:ln w="12700">
            <a:solidFill>
              <a:srgbClr val="DFE4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" y="5605272"/>
            <a:ext cx="457200" cy="457200"/>
          </a:xfrm>
          <a:prstGeom prst="ellipse">
            <a:avLst/>
          </a:prstGeom>
          <a:solidFill>
            <a:srgbClr val="0D7A6F"/>
          </a:solidFill>
          <a:ln w="12700">
            <a:solidFill>
              <a:srgbClr val="0D7A6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5605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527048" y="5413248"/>
            <a:ext cx="2651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synthesiser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297680" y="5413248"/>
            <a:ext cx="69768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Weights, bands, deterministic overrides, explanation. Turns correlated signals into something a merchant can act 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252728" y="329184"/>
            <a:ext cx="10341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agent receives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932688"/>
            <a:ext cx="11000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objects enter every decision. Nothing else is reasoned over.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94360" y="1536192"/>
            <a:ext cx="3447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binding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847088"/>
            <a:ext cx="3447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once, from prose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2212848"/>
            <a:ext cx="3447288" cy="3063240"/>
          </a:xfrm>
          <a:prstGeom prst="roundRect">
            <a:avLst>
              <a:gd name="adj" fmla="val 1493"/>
            </a:avLst>
          </a:prstGeom>
          <a:solidFill>
            <a:srgbClr val="0F1B26"/>
          </a:solidFill>
          <a:ln w="12700">
            <a:solidFill>
              <a:srgbClr val="0F1B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376" y="2304288"/>
            <a:ext cx="3191256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B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B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"sector":"retail_physical",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B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"settlement":"cash_on_delivery",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B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"value_bands":{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B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"routine":[0,15000],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B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"elevated":[15001,60000],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B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"critical":[60001,null]},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B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"declared_threats":[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B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"fake_orders",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B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"identity_misuse"],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B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"risk_appetite":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B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"conservative_above_elevated",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B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"friction_policy":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B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"invisible_to_customer"}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370832" y="1536192"/>
            <a:ext cx="3447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event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70832" y="1847088"/>
            <a:ext cx="3447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body of POST /v1/verify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70832" y="2212848"/>
            <a:ext cx="3447288" cy="3063240"/>
          </a:xfrm>
          <a:prstGeom prst="roundRect">
            <a:avLst>
              <a:gd name="adj" fmla="val 1493"/>
            </a:avLst>
          </a:prstGeom>
          <a:solidFill>
            <a:srgbClr val="0F1B26"/>
          </a:solidFill>
          <a:ln w="12700">
            <a:solidFill>
              <a:srgbClr val="0F1B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8848" y="2304288"/>
            <a:ext cx="3191256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B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B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"event_type":"order_placement",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B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"amount":74000,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B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"currency":"DZD",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B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"counterparty":{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B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"msisdn":"+2136XXXXXXXX",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B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"declared_name":"...",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B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"declared_location":{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B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"label":"Oran"}},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B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"channel":"plugin",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B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"idempotency_key":"ord_88213"}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147304" y="1536192"/>
            <a:ext cx="3447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Counterparty history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47304" y="1847088"/>
            <a:ext cx="3447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by us, never sent in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47304" y="2212848"/>
            <a:ext cx="3447288" cy="3063240"/>
          </a:xfrm>
          <a:prstGeom prst="roundRect">
            <a:avLst>
              <a:gd name="adj" fmla="val 1493"/>
            </a:avLst>
          </a:prstGeom>
          <a:solidFill>
            <a:srgbClr val="0F1B26"/>
          </a:solidFill>
          <a:ln w="12700">
            <a:solidFill>
              <a:srgbClr val="0F1B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2304288"/>
            <a:ext cx="3191256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B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B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"first_seen":"6 minutes ago",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B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"prior_transactions":0,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B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"prior_verdicts":[],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B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"msisdn_seen_across_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B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tenants":3,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B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"portable_trust_score":null}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B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fetching this ourselves is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B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 anti-tampering choice,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B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not a convenience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4360" y="5486400"/>
            <a:ext cx="11000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integrator supplies only what it genuinely knows. Everything that must be true rather than claimed comes from the network or from our own ledger.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252728" y="329184"/>
            <a:ext cx="10341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tool registry: CAMARA as callable functions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932688"/>
            <a:ext cx="11000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weights combine commercial cost and latency, and drive the budget.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36192"/>
          <a:ext cx="11000232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731520"/>
                <a:gridCol w="4206240"/>
                <a:gridCol w="354787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proves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the agent reaches for 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verify_number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Verification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number is genuinely the one the device is authenticated on — silently, no OTP.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Baseline, on essentially every transaction.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get_device_status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Whether the SIM is attached and reachable, and whether it is roaming.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Baseline. Catches dormant and burner numbers.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check_sim_swap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 Swap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6D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Whether the SIM was re-issued recently — the classic takeover precursor.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Elevated value, new counterparty, load-bearing identity claim.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verify_location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Location Verification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6D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Whether the device is within a radius of a claimed place — answered by the network, not the handset.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Whenever presence or delivery geography is part of the claim.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kyc_match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 Your Customer Match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A3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Whether name and address match the subscriber record. Match indicators, not personal data.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exposure, onboarding, or contradicted cheaper signals.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check_number_recycling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Recycling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6D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Whether the number changed owner, silently invalidating its history.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history is relied upon, or one number spans many identities.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94360" y="5806440"/>
            <a:ext cx="11000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Interpretive guidance lives in the tool description, not the prompt — which is how escalation behaviour stays consistent and tunable.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252728" y="329184"/>
            <a:ext cx="10341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and the escalation ladder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932688"/>
            <a:ext cx="11000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Proportionality is enforced by the runtime, not requested in the prompt.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1572768"/>
            <a:ext cx="18745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4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190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units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22128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band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0" y="1572768"/>
            <a:ext cx="18745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4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17190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06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units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834640" y="22128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band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892040" y="1572768"/>
            <a:ext cx="18745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4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7190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3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units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983480" y="22128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band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178040" y="1572768"/>
            <a:ext cx="4416552" cy="1097280"/>
          </a:xfrm>
          <a:prstGeom prst="roundRect">
            <a:avLst>
              <a:gd name="adj" fmla="val 5000"/>
            </a:avLst>
          </a:prstGeom>
          <a:solidFill>
            <a:srgbClr val="F5F7F9"/>
          </a:solidFill>
          <a:ln w="12700">
            <a:solidFill>
              <a:srgbClr val="DFE4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06640" y="1572768"/>
            <a:ext cx="39593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up to 3 further units, unlocked only by a failing or ambiguous observation — never by the model asking nicely.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" y="2999232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0F2740"/>
          </a:solidFill>
          <a:ln w="12700">
            <a:solidFill>
              <a:srgbClr val="0F27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99923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77440" y="2980944"/>
            <a:ext cx="9171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verify_number + get_device_status. Two units, run in parallel.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4360" y="374904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F5F7F9"/>
          </a:solidFill>
          <a:ln w="12700">
            <a:solidFill>
              <a:srgbClr val="F5F7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7490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" kern="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stop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377440" y="3730752"/>
            <a:ext cx="9171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unless value exceeds the routine band, the counterparty is new, a claim is load-bearing, or a baseline observation is odd.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94360" y="4498848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0F2740"/>
          </a:solidFill>
          <a:ln w="12700">
            <a:solidFill>
              <a:srgbClr val="0F27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49884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escalating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377440" y="4480560"/>
            <a:ext cx="9171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cheapest tool that discriminates between the hypotheses actually in play. Observe, then decide whether a third is warranted.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94360" y="5248656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0F2740"/>
          </a:solidFill>
          <a:ln w="12700">
            <a:solidFill>
              <a:srgbClr val="0F27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524865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kyc_match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377440" y="5230368"/>
            <a:ext cx="9171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critical exposure or contradicted cheaper signals. It is the heaviest check and rarely the decisive one.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94360" y="5989320"/>
            <a:ext cx="11000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here can call a CAMARA API. Deciding which network truths are worth buying for this transaction is the contribution.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148840"/>
            <a:ext cx="1371600" cy="41148"/>
          </a:xfrm>
          <a:prstGeom prst="rect">
            <a:avLst/>
          </a:prstGeom>
          <a:solidFill>
            <a:srgbClr val="0D7A6F"/>
          </a:solidFill>
          <a:ln w="12700">
            <a:solidFill>
              <a:srgbClr val="0D7A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37744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C3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1036015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transactions,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behaviours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4261104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3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Restraint on the routine one. Escalation on the dangerous one. Refusal when the business itself is the problem.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252728" y="329184"/>
            <a:ext cx="10341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A — routine payment, cleared on baseline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932688"/>
            <a:ext cx="11000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wallet operator. 4,500 DZD peer-to-peer, returning customer. Budget: 2 units.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162763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E7EDF3"/>
          </a:solidFill>
          <a:ln w="12700">
            <a:solidFill>
              <a:srgbClr val="E7ED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276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581912" y="1600200"/>
            <a:ext cx="9948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4,500 DZD against a routine ceiling of 20,000 — low exposure. Counterparty is not new: 34 prior transactions, all cleared. No location claim, no identity assertion, no delivery. The only thing I need to establish is that this number is still controlled by the same person as last time.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" y="2423160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9EFE9"/>
          </a:solidFill>
          <a:ln w="12700">
            <a:solidFill>
              <a:srgbClr val="D9EF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42316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0D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581912" y="2395728"/>
            <a:ext cx="9948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12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verify_number(msisdn)  ·  get_device_status(msisdn)   — 2 units, in parallel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2843784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DF0DC"/>
          </a:solidFill>
          <a:ln w="12700">
            <a:solidFill>
              <a:srgbClr val="FDF0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8437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B06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581912" y="2816352"/>
            <a:ext cx="9948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verified: true }   ·   { reachable: true, roaming: false }   —   310 ms total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327355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E7EDF3"/>
          </a:solidFill>
          <a:ln w="12700">
            <a:solidFill>
              <a:srgbClr val="E7ED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27355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581912" y="3246120"/>
            <a:ext cx="9948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baseline signals are clean and consistent with history. There is no hypothesis on the table that a SIM swap check would discriminate — buying one would cost the tenant money and latency to confirm what I already believe. Loop ends.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" y="4160520"/>
            <a:ext cx="11000232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0D7A6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43484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1828800" y="4828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/100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4400" y="5138928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D9EFE9"/>
          </a:solidFill>
          <a:ln w="12700">
            <a:solidFill>
              <a:srgbClr val="D9EF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13892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" kern="0" dirty="0">
                <a:solidFill>
                  <a:srgbClr val="0D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423160" y="4343400"/>
            <a:ext cx="8851392" cy="1234440"/>
          </a:xfrm>
          <a:prstGeom prst="roundRect">
            <a:avLst>
              <a:gd name="adj" fmla="val 3704"/>
            </a:avLst>
          </a:prstGeom>
          <a:solidFill>
            <a:srgbClr val="0F1B26"/>
          </a:solidFill>
          <a:ln w="12700">
            <a:solidFill>
              <a:srgbClr val="0F1B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51176" y="4434840"/>
            <a:ext cx="8595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B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"decision":"approve", "score":94, "confidence":"high",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B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"checks_skipped":["sim_swap","location","kyc_match"],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B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"reason":"Low exposure, established counterparty, both baseline network checks clean.",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B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"cost_units":2, "latency_ms":310 }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94360" y="63276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real traffic looks like this. A fixed pipeline would have run four checks; the agent ran two in a third of a second.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252728" y="329184"/>
            <a:ext cx="10341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B — escalation on a high-value claim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932688"/>
            <a:ext cx="11000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 retailer. 74,000 DZD, first-time counterparty, delivery claimed for a city 400 km away.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15819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E7EDF3"/>
          </a:solidFill>
          <a:ln w="12700">
            <a:solidFill>
              <a:srgbClr val="E7ED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8191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581912" y="1554480"/>
            <a:ext cx="9948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74,000 DZD is in this tenant's critical band, and cash on delivery means they ship before receiving anything. Counterparty is six minutes old. Two claims are load-bearing: control of the number, and the delivery geography.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" y="231343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9EFE9"/>
          </a:solidFill>
          <a:ln w="12700">
            <a:solidFill>
              <a:srgbClr val="D9EF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3134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0D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581912" y="2286000"/>
            <a:ext cx="9948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12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verify_number  ·  get_device_status   →   { verified: true }  ·  { reachable: true }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2715768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E7EDF3"/>
          </a:solidFill>
          <a:ln w="12700">
            <a:solidFill>
              <a:srgbClr val="E7ED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71576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581912" y="2688336"/>
            <a:ext cx="9948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crudely spoofed number, and the SIM is live — but that says nothing about who is behind it. Test the cheapest discriminator: the claimed location. If the device is near Oran, an out-of-area customer is unremarkable. If not, the claim is fabricated. 5 units remain.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3447288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9EFE9"/>
          </a:solidFill>
          <a:ln w="12700">
            <a:solidFill>
              <a:srgbClr val="D9EF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44728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0D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581912" y="3419856"/>
            <a:ext cx="9948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12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verify_location(lat: 35.72, lng: -0.63, radius_km: 50)   →   { verification_result: "FALSE" }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3849624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E7EDF3"/>
          </a:solidFill>
          <a:ln w="12700">
            <a:solidFill>
              <a:srgbClr val="E7ED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84962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581912" y="3822192"/>
            <a:ext cx="9948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contradiction. Two explanations remain: a legitimate customer ordering for someone else in Oran, or a number taken over to place an order that will be intercepted. The signal that separates them is whether control of this SIM changed recently.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4360" y="4581144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9EFE9"/>
          </a:solidFill>
          <a:ln w="12700">
            <a:solidFill>
              <a:srgbClr val="D9EF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58114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0D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581912" y="4553712"/>
            <a:ext cx="9948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12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check_sim_swap(max_age_hours: 168)   →   { swapped: true, latest_swap_at: "6 hours ago" }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4360" y="4983480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E7EDF3"/>
          </a:solidFill>
          <a:ln w="12700">
            <a:solidFill>
              <a:srgbClr val="E7ED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98348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581912" y="4956048"/>
            <a:ext cx="9948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Resolved. A swap alone is weak — people replace phones. With a first-ever transaction at the top of the value band, cash on delivery, and a contradicted location, the takeover explanation is far better supported. kyc_match would not clear this: the account itself is what appears compromised.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94360" y="63276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one of these three checks would have stopped the order. The combination is what is decisive.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252728" y="329184"/>
            <a:ext cx="10341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B — the verdict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932688"/>
            <a:ext cx="11000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of seven units spent. Hold, not reject: the business may still verify by another channel.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1600200"/>
            <a:ext cx="320040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A3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288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2194560" y="23957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/100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288036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F7E0E0"/>
          </a:solidFill>
          <a:ln w="12700">
            <a:solidFill>
              <a:srgbClr val="F7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8803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" kern="0" dirty="0">
                <a:solidFill>
                  <a:srgbClr val="A3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3337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Correlation: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swap + location contradiction + first transaction + critical value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0" y="1600200"/>
            <a:ext cx="7479792" cy="2377440"/>
          </a:xfrm>
          <a:prstGeom prst="roundRect">
            <a:avLst>
              <a:gd name="adj" fmla="val 1923"/>
            </a:avLst>
          </a:prstGeom>
          <a:solidFill>
            <a:srgbClr val="0F1B26"/>
          </a:solidFill>
          <a:ln w="12700">
            <a:solidFill>
              <a:srgbClr val="0F1B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42816" y="1691640"/>
            <a:ext cx="7223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B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"decision":"hold_for_review", "score":22, "confidence":"high",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B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"signals":[ {"number_verification":"pass"},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B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{"device_reachable":"pass"},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B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{"location_verification":"fail","weight":0.30},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B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{"sim_swap_recent":"fail","hours":6,"weight":0.35} ],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B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"cost_units":6 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4251960"/>
            <a:ext cx="11000232" cy="1371600"/>
          </a:xfrm>
          <a:prstGeom prst="roundRect">
            <a:avLst>
              <a:gd name="adj" fmla="val 4000"/>
            </a:avLst>
          </a:prstGeom>
          <a:solidFill>
            <a:srgbClr val="F5F7F9"/>
          </a:solidFill>
          <a:ln w="12700">
            <a:solidFill>
              <a:srgbClr val="DFE4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44074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merchant actually sees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60120" y="4736592"/>
            <a:ext cx="10268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orders cleared automatically today. 1 order needs your attention: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88213 — do not ship yet. The SIM behind this number was replaced 6 hours ago, and the phone is not near the delivery city. Confirm by another channel before dispatch.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63276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merchant with forty orders a day needs an instruction, not a risk vector. Same object, two renderings.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252728" y="329184"/>
            <a:ext cx="10341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C — the business itself tries to fake a check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932688"/>
            <a:ext cx="11000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manual-entry tier looks like a loophole. This is the answer to it.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15819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E7EDF3"/>
          </a:solidFill>
          <a:ln w="12700">
            <a:solidFill>
              <a:srgbClr val="E7ED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8191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581912" y="1554480"/>
            <a:ext cx="9948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exposure, onboarding event, channel is manual entry — every field was typed by the business, so no field here is evidence. One thing is independent of them: this same number was submitted four times today under four different declared names.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" y="231343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9EFE9"/>
          </a:solidFill>
          <a:ln w="12700">
            <a:solidFill>
              <a:srgbClr val="D9EF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3134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0D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581912" y="2286000"/>
            <a:ext cx="9948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12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verify_number  ·  get_device_status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2715768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DF0DC"/>
          </a:solidFill>
          <a:ln w="12700">
            <a:solidFill>
              <a:srgbClr val="FDF0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71576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B06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581912" y="2688336"/>
            <a:ext cx="9948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verified: false, reason: "no_active_authentication_context" }  ·  { reachable: false, last_seen: "&gt; 30 days" }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3282696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E7EDF3"/>
          </a:solidFill>
          <a:ln w="12700">
            <a:solidFill>
              <a:srgbClr val="E7ED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28269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581912" y="3255264"/>
            <a:ext cx="9948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Decisive, and what else they typed does not matter. No device is authenticated on this number and the SIM has been dark for a month. A real borrower onboarding right now would have a live handset. Escalating to kyc_match would only manufacture a reassuring-looking signal.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" y="4014216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9EFE9"/>
          </a:solidFill>
          <a:ln w="12700">
            <a:solidFill>
              <a:srgbClr val="D9EF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01421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0D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581912" y="3986784"/>
            <a:ext cx="9948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121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check_number_recycling(since: "180d")   →   { recycled: true }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4360" y="4526280"/>
            <a:ext cx="32004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A328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6451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1463040" y="49834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/100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331720" y="480060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F7E0E0"/>
          </a:solidFill>
          <a:ln w="12700">
            <a:solidFill>
              <a:srgbClr val="F7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31720" y="4800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" kern="0" dirty="0">
                <a:solidFill>
                  <a:srgbClr val="A3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68680" y="53218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tenant_flag: same_msisdn_4_identities_24h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114800" y="4526280"/>
            <a:ext cx="7479792" cy="1234440"/>
          </a:xfrm>
          <a:prstGeom prst="roundRect">
            <a:avLst>
              <a:gd name="adj" fmla="val 4444"/>
            </a:avLst>
          </a:prstGeom>
          <a:solidFill>
            <a:srgbClr val="F5F7F9"/>
          </a:solidFill>
          <a:ln w="12700">
            <a:solidFill>
              <a:srgbClr val="DFE4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0" y="4526280"/>
            <a:ext cx="69311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business cannot manufacture a passing verification, because passing requires the network to confirm a live authenticated device on the counterparty's real SIM. Typing plausible data does not produce that — and this is demonstrable live.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252728" y="329184"/>
            <a:ext cx="10341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claim, and what we do not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932688"/>
            <a:ext cx="11000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Scoping the claim honestly is worth more to this panel than overstating it.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1645920"/>
            <a:ext cx="5271516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0D7A6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23076" y="1645920"/>
            <a:ext cx="5271516" cy="3291840"/>
          </a:xfrm>
          <a:prstGeom prst="roundRect">
            <a:avLst>
              <a:gd name="adj" fmla="val 1667"/>
            </a:avLst>
          </a:prstGeom>
          <a:solidFill>
            <a:srgbClr val="F5F7F9"/>
          </a:solidFill>
          <a:ln w="12700">
            <a:solidFill>
              <a:srgbClr val="DFE4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74520"/>
            <a:ext cx="4539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today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88836" y="1874520"/>
            <a:ext cx="4539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6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Roadmap, not claimed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377440"/>
            <a:ext cx="45399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buSzPct val="100000"/>
              <a:buChar char="–"/>
            </a:pPr>
            <a:r>
              <a:rPr lang="en-US" sz="12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 cannot fake who they are: number control, SIM history and device location come from the operator.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999232"/>
            <a:ext cx="45399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buSzPct val="100000"/>
              <a:buChar char="–"/>
            </a:pPr>
            <a:r>
              <a:rPr lang="en-US" sz="12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business cannot fake what happened: a pass requires the network to reach the counterparty's real, live SIM.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3621024"/>
            <a:ext cx="45399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buSzPct val="100000"/>
              <a:buChar char="–"/>
            </a:pPr>
            <a:r>
              <a:rPr lang="en-US" sz="12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unavailable check is scored as uncertainty, never as a pass.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4242816"/>
            <a:ext cx="45399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buSzPct val="100000"/>
              <a:buChar char="–"/>
            </a:pPr>
            <a:r>
              <a:rPr lang="en-US" sz="12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 surfacing under several identities is flagged across tenants.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88836" y="2377440"/>
            <a:ext cx="45399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buSzPct val="100000"/>
              <a:buChar char="–"/>
            </a:pPr>
            <a:r>
              <a:rPr lang="en-US" sz="12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Collusion between a business and a real accomplice holding a live SIM.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88836" y="2999232"/>
            <a:ext cx="45399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buSzPct val="100000"/>
              <a:buChar char="–"/>
            </a:pPr>
            <a:r>
              <a:rPr lang="en-US" sz="12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Payout laundering and refund abuse — pattern-over-time problems, not single-call problems.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88836" y="3621024"/>
            <a:ext cx="45399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buSzPct val="100000"/>
              <a:buChar char="–"/>
            </a:pPr>
            <a:r>
              <a:rPr lang="en-US" sz="12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analytics across the full tenant base; cross-tenant flags are only the first step.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88836" y="4242816"/>
            <a:ext cx="45399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buSzPct val="100000"/>
              <a:buChar char="–"/>
            </a:pPr>
            <a:r>
              <a:rPr lang="en-US" sz="12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requiring behavioural history we have not accumulated yet.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5212080"/>
            <a:ext cx="11000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the customer side TRUST stops someone faking who they are. On the business side it stops someone faking what happened.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252728" y="329184"/>
            <a:ext cx="10341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signals to verdict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932688"/>
            <a:ext cx="11000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reasons; it does not score freely. Identical transactions get identical treatment.</a:t>
            </a:r>
            <a:endParaRPr lang="en-US" sz="13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72768"/>
          <a:ext cx="745236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822960"/>
                <a:gridCol w="448056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 rule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verification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 caps the final score at 40, whatever else passes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 swap recency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Graded by age: under 24 h severe, over 7 days negligible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verification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when a location claim exists; unavailable adds uncertainty, not penalty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reachability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negative on any event needing a live counterparty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KYC match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Mismatch severe; not-available is neutral and lowers confidence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Counterparty history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 lifts, novelty is neutral, prior holds depress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Cross-tenant pattern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7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number under several identities is a strong negative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458200" y="1572768"/>
            <a:ext cx="313639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0" y="168249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– 100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0241280" y="1700784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D9EFE9"/>
          </a:solidFill>
          <a:ln w="12700">
            <a:solidFill>
              <a:srgbClr val="D9EFE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41280" y="170078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60" kern="0" dirty="0">
                <a:solidFill>
                  <a:srgbClr val="0D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686800" y="2075688"/>
            <a:ext cx="2679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automatically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458200" y="2624328"/>
            <a:ext cx="313639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0" y="273405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– 79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10241280" y="2752344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FDF0DC"/>
          </a:solidFill>
          <a:ln w="12700">
            <a:solidFill>
              <a:srgbClr val="FDF0D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241280" y="27523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60" kern="0" dirty="0">
                <a:solidFill>
                  <a:srgbClr val="B06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8686800" y="3127248"/>
            <a:ext cx="2679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judgement or a second channel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458200" y="3675888"/>
            <a:ext cx="313639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86800" y="378561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44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10241280" y="3803904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F7E0E0"/>
          </a:solidFill>
          <a:ln w="12700">
            <a:solidFill>
              <a:srgbClr val="F7E0E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241280" y="380390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60" kern="0" dirty="0">
                <a:solidFill>
                  <a:srgbClr val="A3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/ REJECT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8686800" y="4178808"/>
            <a:ext cx="2679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load-bearing claim was contradicted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458200" y="4727448"/>
            <a:ext cx="3136392" cy="1051560"/>
          </a:xfrm>
          <a:prstGeom prst="roundRect">
            <a:avLst>
              <a:gd name="adj" fmla="val 5217"/>
            </a:avLst>
          </a:prstGeom>
          <a:solidFill>
            <a:srgbClr val="0F2740"/>
          </a:solidFill>
          <a:ln w="12700">
            <a:solidFill>
              <a:srgbClr val="0F274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686800" y="4727448"/>
            <a:ext cx="26791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rules override the model: a failed number check caps at 40, a swap under 24 h on critical caps at 45, and an unavailable check is never a pass.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252728" y="329184"/>
            <a:ext cx="10341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 around the model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932688"/>
            <a:ext cx="11000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by the runtime, not requested in the prompt.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1600200"/>
            <a:ext cx="5308092" cy="1024128"/>
          </a:xfrm>
          <a:prstGeom prst="roundRect">
            <a:avLst>
              <a:gd name="adj" fmla="val 5357"/>
            </a:avLst>
          </a:prstGeom>
          <a:solidFill>
            <a:srgbClr val="F5F7F9"/>
          </a:solidFill>
          <a:ln w="12700">
            <a:solidFill>
              <a:srgbClr val="DFE4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1920240"/>
            <a:ext cx="384048" cy="384048"/>
          </a:xfrm>
          <a:prstGeom prst="ellipse">
            <a:avLst/>
          </a:prstGeom>
          <a:solidFill>
            <a:srgbClr val="0F2740"/>
          </a:solidFill>
          <a:ln w="12700">
            <a:solidFill>
              <a:srgbClr val="0F27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99032" y="1764792"/>
            <a:ext cx="4256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action space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99032" y="2093976"/>
            <a:ext cx="42565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schema-valid calls to registered tools reach the network. Anything else is rejected.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86500" y="1600200"/>
            <a:ext cx="5308092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FE4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42532" y="1920240"/>
            <a:ext cx="384048" cy="384048"/>
          </a:xfrm>
          <a:prstGeom prst="ellipse">
            <a:avLst/>
          </a:prstGeom>
          <a:solidFill>
            <a:srgbClr val="0F2740"/>
          </a:solidFill>
          <a:ln w="12700">
            <a:solidFill>
              <a:srgbClr val="0F27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42532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91172" y="1764792"/>
            <a:ext cx="4256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and iteration caps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091172" y="2093976"/>
            <a:ext cx="42565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are decremented by the runtime. Exhaustion forces a verdict with reduced confidence.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" y="2807208"/>
            <a:ext cx="5308092" cy="1024128"/>
          </a:xfrm>
          <a:prstGeom prst="roundRect">
            <a:avLst>
              <a:gd name="adj" fmla="val 5357"/>
            </a:avLst>
          </a:prstGeom>
          <a:solidFill>
            <a:srgbClr val="F5F7F9"/>
          </a:solidFill>
          <a:ln w="12700">
            <a:solidFill>
              <a:srgbClr val="DFE4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" y="3127248"/>
            <a:ext cx="384048" cy="384048"/>
          </a:xfrm>
          <a:prstGeom prst="ellipse">
            <a:avLst/>
          </a:prstGeom>
          <a:solidFill>
            <a:srgbClr val="0F2740"/>
          </a:solidFill>
          <a:ln w="12700">
            <a:solidFill>
              <a:srgbClr val="0F27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99032" y="2971800"/>
            <a:ext cx="4256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floor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99032" y="3300984"/>
            <a:ext cx="42565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override rules are applied after the model returns and take precedence.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86500" y="2807208"/>
            <a:ext cx="5308092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FE4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42532" y="3127248"/>
            <a:ext cx="384048" cy="384048"/>
          </a:xfrm>
          <a:prstGeom prst="ellipse">
            <a:avLst/>
          </a:prstGeom>
          <a:solidFill>
            <a:srgbClr val="0F2740"/>
          </a:solidFill>
          <a:ln w="12700">
            <a:solidFill>
              <a:srgbClr val="0F27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42532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91172" y="2971800"/>
            <a:ext cx="4256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and legal basis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91172" y="3300984"/>
            <a:ext cx="42565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run under the operator's consent framework. No consent means unavailable, not pass.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94360" y="4014216"/>
            <a:ext cx="5308092" cy="1024128"/>
          </a:xfrm>
          <a:prstGeom prst="roundRect">
            <a:avLst>
              <a:gd name="adj" fmla="val 5357"/>
            </a:avLst>
          </a:prstGeom>
          <a:solidFill>
            <a:srgbClr val="F5F7F9"/>
          </a:solidFill>
          <a:ln w="12700">
            <a:solidFill>
              <a:srgbClr val="DFE4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0392" y="4334256"/>
            <a:ext cx="384048" cy="384048"/>
          </a:xfrm>
          <a:prstGeom prst="ellipse">
            <a:avLst/>
          </a:prstGeom>
          <a:solidFill>
            <a:srgbClr val="0F2740"/>
          </a:solidFill>
          <a:ln w="12700">
            <a:solidFill>
              <a:srgbClr val="0F27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99032" y="4178808"/>
            <a:ext cx="4256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minimisation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399032" y="4507992"/>
            <a:ext cx="42565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orchestrate signals, we do not hold identity data. Match indicators, not personal records.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86500" y="4014216"/>
            <a:ext cx="5308092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FE4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42532" y="4334256"/>
            <a:ext cx="384048" cy="384048"/>
          </a:xfrm>
          <a:prstGeom prst="ellipse">
            <a:avLst/>
          </a:prstGeom>
          <a:solidFill>
            <a:srgbClr val="0F2740"/>
          </a:solidFill>
          <a:ln w="12700">
            <a:solidFill>
              <a:srgbClr val="0F27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42532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091172" y="4178808"/>
            <a:ext cx="4256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customer friction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091172" y="4507992"/>
            <a:ext cx="42565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has no tool that can contact the counterparty. Silence is architectural.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94360" y="5440680"/>
            <a:ext cx="11000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an agent or a rules engine in costume? Both, deliberately — selection and correlation are model-driven, scoring and the safety floor are not.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252728" y="329184"/>
            <a:ext cx="10341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gets built by the prototype deadline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932688"/>
            <a:ext cx="11000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 endpoint, demonstrated live. Everything else is narrated.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1627632"/>
            <a:ext cx="5271516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0D7A6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23076" y="1627632"/>
            <a:ext cx="5271516" cy="3429000"/>
          </a:xfrm>
          <a:prstGeom prst="roundRect">
            <a:avLst>
              <a:gd name="adj" fmla="val 1600"/>
            </a:avLst>
          </a:prstGeom>
          <a:solidFill>
            <a:srgbClr val="F5F7F9"/>
          </a:solidFill>
          <a:ln w="12700">
            <a:solidFill>
              <a:srgbClr val="DFE4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47088"/>
            <a:ext cx="4539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demonstrated live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88836" y="1847088"/>
            <a:ext cx="4539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slide, not built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377440"/>
            <a:ext cx="45399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2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/v1/verify with live and test keys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807208"/>
            <a:ext cx="45399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2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 agent and reasoning loop, via function calling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3236976"/>
            <a:ext cx="45399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2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to six CAMARA tools on the Nokia NaC sandbox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3666744"/>
            <a:ext cx="45399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2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scoring, bands and override rules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4096512"/>
            <a:ext cx="45399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2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front doors: direct API and a manual-entry playground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4526280"/>
            <a:ext cx="45399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2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scripted live transactions — scenarios A, B and 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88836" y="2377440"/>
            <a:ext cx="45399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2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billing and settlement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88836" y="2807208"/>
            <a:ext cx="45399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2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plugins for regional commerce platforms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88836" y="3236976"/>
            <a:ext cx="45399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2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Cross-tenant graph analytics for collusion detection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88836" y="3666744"/>
            <a:ext cx="45399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2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portable trust score as a standalone product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88836" y="4096512"/>
            <a:ext cx="45399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2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Operator-side deployment and revenue share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88836" y="4526280"/>
            <a:ext cx="45399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2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mobile applications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5303520"/>
            <a:ext cx="11000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06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to lock: which CAMARA families the sandbox exposes for the target market, and the verbatim theme wording from the challenge page.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252728" y="329184"/>
            <a:ext cx="10341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 to the judging criteria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72768"/>
            <a:ext cx="11000232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FE4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18488"/>
            <a:ext cx="2377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0" y="1618488"/>
            <a:ext cx="7799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and identity for transactions between consumers, businesses and financial institutions, built directly on Open Gateway. The regional need is specific: much of the commerce and lending here settles on cash and informal channels, where card-network fraud tooling does not apply and nothing equivalent exists.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2715768"/>
            <a:ext cx="11000232" cy="987552"/>
          </a:xfrm>
          <a:prstGeom prst="roundRect">
            <a:avLst>
              <a:gd name="adj" fmla="val 5556"/>
            </a:avLst>
          </a:prstGeom>
          <a:solidFill>
            <a:srgbClr val="F5F7F9"/>
          </a:solidFill>
          <a:ln w="12700">
            <a:solidFill>
              <a:srgbClr val="DFE4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761488"/>
            <a:ext cx="2377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0" y="2761488"/>
            <a:ext cx="7799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comes from being infrastructure, not an application: one endpoint serves a bank and a five-order-a-day seller identically. The manual-entry tier is the inclusion argument. For operators, it turns network signals into a recurring enterprise revenue surface.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" y="3858768"/>
            <a:ext cx="11000232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FE4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904488"/>
            <a:ext cx="2377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3904488"/>
            <a:ext cx="7799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Context-driven selection and correlation under a cost budget, rather than a fixed checklist. Scenario B is the proof: three individually inconclusive signals become decisive only in combination, and the agent buys exactly the ones that discriminate.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" y="5001768"/>
            <a:ext cx="11000232" cy="987552"/>
          </a:xfrm>
          <a:prstGeom prst="roundRect">
            <a:avLst>
              <a:gd name="adj" fmla="val 5556"/>
            </a:avLst>
          </a:prstGeom>
          <a:solidFill>
            <a:srgbClr val="F5F7F9"/>
          </a:solidFill>
          <a:ln w="12700">
            <a:solidFill>
              <a:srgbClr val="DFE4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5047488"/>
            <a:ext cx="2377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and Implementation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0" y="5047488"/>
            <a:ext cx="7799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declared tool registry with cost and latency semantics, a bounded loop with budget enforcement, a deterministic floor overriding the model, explicit abstraction layers, and an honest account of what the system does not catch.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2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0" y="2331720"/>
            <a:ext cx="1463040" cy="45720"/>
          </a:xfrm>
          <a:prstGeom prst="rect">
            <a:avLst/>
          </a:prstGeom>
          <a:solidFill>
            <a:srgbClr val="0D7A6F"/>
          </a:solidFill>
          <a:ln w="12700">
            <a:solidFill>
              <a:srgbClr val="0D7A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63040" y="2697480"/>
            <a:ext cx="9326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API, one agent that decides what is worth asking the network,</a:t>
            </a:r>
            <a:endParaRPr lang="en-US" sz="27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the network itself as the witness neither side of the transaction controls.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463040" y="493776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8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  ·   GSMA MENA IGNITE HACKATHON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TRUST — agent decision engine</dc:title>
  <dc:subject>PptxGenJS Presentation</dc:subject>
  <dc:creator>TRUST</dc:creator>
  <cp:lastModifiedBy>TRUST</cp:lastModifiedBy>
  <cp:revision>1</cp:revision>
  <dcterms:created xsi:type="dcterms:W3CDTF">2026-08-19T18:53:32Z</dcterms:created>
  <dcterms:modified xsi:type="dcterms:W3CDTF">2026-08-19T18:53:32Z</dcterms:modified>
</cp:coreProperties>
</file>